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5330"/>
  </p:normalViewPr>
  <p:slideViewPr>
    <p:cSldViewPr snapToGrid="0">
      <p:cViewPr>
        <p:scale>
          <a:sx n="94" d="100"/>
          <a:sy n="94" d="100"/>
        </p:scale>
        <p:origin x="145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D5B6E-E68A-4841-A3CE-3DC27AEF7D51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7A7C2-E48E-9841-B375-5155F211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7A7C2-E48E-9841-B375-5155F211D2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05B-AE83-47D2-1BD9-35939F8A0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FE04A-0410-6CD3-5DDC-2300854C7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13033-0A1F-D855-12A4-49D3CDA1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F68E-2EFA-238C-294F-6AFF21D2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9C453-F7E0-5757-831F-C0DBFFB5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5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8A19-B9E0-B405-5FB1-ABAC71AC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57DA-411B-5D81-546C-C7EC79CC5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DF459-CF8E-9351-0773-19D8C965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C857E-9E91-3136-D673-B3DAC8D6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E6A91-5917-A281-2B80-73C1A5BF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1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69F1-13B6-04A8-69E2-C81BB31D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0B7E7-9520-FCA3-B1AE-3C7D5D65F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3F9C1-5ABB-B958-6513-922D8CCB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EDA8F-454D-335C-AD69-D1E852AD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A63CB-E2BC-C165-8589-C12552D6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1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2269-7C4D-A6C3-91DF-40570728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7123C-B46B-1C0C-E762-B1B8A3D45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8955E-1E80-DC2F-D2E7-EB3DD7124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8D85E-4B5F-F6AF-FDA7-E3053B88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D88BA-4374-F4A6-C220-26E236E8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3693-BC7E-6780-D3A5-6379398A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EDC9-23B8-EC47-25B8-A237173D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11B0A-1353-8173-7ED7-5CC2B71E8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4484F-94BE-3BA7-F737-87530A273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86FBE-D206-0FBD-BAF3-A74FE2238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7F1A0-526F-1B33-D62C-D38A0F1B8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125FD-E79F-47BD-2B63-86A13F77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05643-A884-4065-CE84-FCD88B87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3F689-2DE7-F42F-40D5-19A71438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F7BA-6CA7-96D4-6A1D-162E5387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E48A2-0866-67D1-C32F-FBF8F4B8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67D49-BA5E-7611-D28A-DA0975F8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7A971-7704-925B-920C-4FB15D5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71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B9A0C-64C2-5E73-CA5E-083A1F09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CCDC4-C1DB-FED6-58CF-F5223059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1A97-2754-476F-89EE-5446EAF4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E7E7-2827-42B2-3732-FA19D919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54F2-8AA9-F6EC-C773-DB5773846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AFD64-9B27-5053-9273-8E6349082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C75F0-E7CC-EDD8-E509-A7F6812A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4E5F-882C-E32A-57BE-4E8DBBAE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0F01A-4BB3-AD4D-C546-0E745448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6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DCA2-0639-5001-F5F9-CD92F474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3C96D-54E4-6B35-0BD5-0A32EC437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7322B-0933-BCBE-FFA7-9FA71A77B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E35AA-E672-57EF-8804-0120E117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6E373-2AD5-F724-AFF3-FDE10BBC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2E37-EBE4-04FE-8DC3-95F60F61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1E5F-D10C-CA8E-7B0D-FABFE4EC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348F5-5885-54DB-4AEA-F058EFE87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FDE13-A2E2-53A5-5A30-43735AFB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668D-A59F-6ED2-5B71-CB8079BA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B640-9EFF-0E42-93D2-1F44B6B1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8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6954B-3BEE-6E51-C7C0-D4A8D024B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8B39C-4230-695F-008B-89C5E1CF1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1ACD9-F1E5-B09F-B0F9-D55AB55D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ED096-F298-1BB4-9F68-B685EE26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BF2D4-CE15-60F4-8E03-5CBA9A6E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4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F62AA-70EA-A18D-6CC0-FA205043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47ABA-1425-46CB-B48B-BEA5B50C7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62A0-8AFD-F01D-3238-B927E97CE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80994-EACA-0440-8561-2CF35875F880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EEC1B-11DE-F239-402A-71A912E50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F558-505B-0745-29CC-8DE9D5F49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C7F3C-806F-9E4A-A5A1-0CF31D0DD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2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BA804BE0-0B7E-33A6-AAA7-AF45FAAE20FE}"/>
              </a:ext>
            </a:extLst>
          </p:cNvPr>
          <p:cNvGrpSpPr/>
          <p:nvPr/>
        </p:nvGrpSpPr>
        <p:grpSpPr>
          <a:xfrm>
            <a:off x="2020729" y="1482167"/>
            <a:ext cx="10115817" cy="3893664"/>
            <a:chOff x="2020729" y="1482167"/>
            <a:chExt cx="10115817" cy="3893664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6F163C4-7D63-0EE0-73D6-F5D4AA098CC3}"/>
                </a:ext>
              </a:extLst>
            </p:cNvPr>
            <p:cNvSpPr/>
            <p:nvPr/>
          </p:nvSpPr>
          <p:spPr>
            <a:xfrm>
              <a:off x="2020729" y="1482167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Primary Analysis</a:t>
              </a: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DBC5011-270D-11AD-D70A-B0A20A1951FB}"/>
                </a:ext>
              </a:extLst>
            </p:cNvPr>
            <p:cNvSpPr/>
            <p:nvPr/>
          </p:nvSpPr>
          <p:spPr>
            <a:xfrm>
              <a:off x="2020729" y="252304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Common</a:t>
              </a: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934AE71-489F-3A6B-56B8-7554736C714E}"/>
                </a:ext>
              </a:extLst>
            </p:cNvPr>
            <p:cNvSpPr/>
            <p:nvPr/>
          </p:nvSpPr>
          <p:spPr>
            <a:xfrm>
              <a:off x="2020729" y="356392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Forward MLE</a:t>
              </a: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5CEA975-0A9B-8AAA-0001-0498BC078E05}"/>
                </a:ext>
              </a:extLst>
            </p:cNvPr>
            <p:cNvSpPr/>
            <p:nvPr/>
          </p:nvSpPr>
          <p:spPr>
            <a:xfrm>
              <a:off x="2020729" y="4604809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Simulation</a:t>
              </a: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82A82ED-429D-1E10-C096-0A3FFD807A84}"/>
                </a:ext>
              </a:extLst>
            </p:cNvPr>
            <p:cNvSpPr/>
            <p:nvPr/>
          </p:nvSpPr>
          <p:spPr>
            <a:xfrm>
              <a:off x="5536592" y="1482167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Estimation Sensitivity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5149BD8-70B1-9915-1D34-64FE7F5C5BB8}"/>
                </a:ext>
              </a:extLst>
            </p:cNvPr>
            <p:cNvSpPr/>
            <p:nvPr/>
          </p:nvSpPr>
          <p:spPr>
            <a:xfrm>
              <a:off x="5536592" y="252304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Component-wise</a:t>
              </a: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5279FE6-955C-6D94-0049-864655BC8DB9}"/>
                </a:ext>
              </a:extLst>
            </p:cNvPr>
            <p:cNvSpPr/>
            <p:nvPr/>
          </p:nvSpPr>
          <p:spPr>
            <a:xfrm>
              <a:off x="5536592" y="356392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Forward MLE</a:t>
              </a: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399FC21-37BB-B61A-042A-93985EA61307}"/>
                </a:ext>
              </a:extLst>
            </p:cNvPr>
            <p:cNvSpPr/>
            <p:nvPr/>
          </p:nvSpPr>
          <p:spPr>
            <a:xfrm>
              <a:off x="9052456" y="1482167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Initialization Sensitivity</a:t>
              </a: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7591458-190F-0FDF-23A0-CAD1A43968D5}"/>
                </a:ext>
              </a:extLst>
            </p:cNvPr>
            <p:cNvSpPr/>
            <p:nvPr/>
          </p:nvSpPr>
          <p:spPr>
            <a:xfrm>
              <a:off x="9052456" y="252304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Common</a:t>
              </a: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D680EC1-2920-A317-728B-A93F99DCE10A}"/>
                </a:ext>
              </a:extLst>
            </p:cNvPr>
            <p:cNvSpPr/>
            <p:nvPr/>
          </p:nvSpPr>
          <p:spPr>
            <a:xfrm>
              <a:off x="9052456" y="3563928"/>
              <a:ext cx="3084090" cy="771022"/>
            </a:xfrm>
            <a:custGeom>
              <a:avLst/>
              <a:gdLst>
                <a:gd name="csX0" fmla="*/ 0 w 3084090"/>
                <a:gd name="csY0" fmla="*/ 77102 h 771022"/>
                <a:gd name="csX1" fmla="*/ 77102 w 3084090"/>
                <a:gd name="csY1" fmla="*/ 0 h 771022"/>
                <a:gd name="csX2" fmla="*/ 3006988 w 3084090"/>
                <a:gd name="csY2" fmla="*/ 0 h 771022"/>
                <a:gd name="csX3" fmla="*/ 3084090 w 3084090"/>
                <a:gd name="csY3" fmla="*/ 77102 h 771022"/>
                <a:gd name="csX4" fmla="*/ 3084090 w 3084090"/>
                <a:gd name="csY4" fmla="*/ 693920 h 771022"/>
                <a:gd name="csX5" fmla="*/ 3006988 w 3084090"/>
                <a:gd name="csY5" fmla="*/ 771022 h 771022"/>
                <a:gd name="csX6" fmla="*/ 77102 w 3084090"/>
                <a:gd name="csY6" fmla="*/ 771022 h 771022"/>
                <a:gd name="csX7" fmla="*/ 0 w 3084090"/>
                <a:gd name="csY7" fmla="*/ 693920 h 771022"/>
                <a:gd name="csX8" fmla="*/ 0 w 3084090"/>
                <a:gd name="csY8" fmla="*/ 77102 h 771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4090" h="771022">
                  <a:moveTo>
                    <a:pt x="0" y="77102"/>
                  </a:moveTo>
                  <a:cubicBezTo>
                    <a:pt x="0" y="34520"/>
                    <a:pt x="34520" y="0"/>
                    <a:pt x="77102" y="0"/>
                  </a:cubicBezTo>
                  <a:lnTo>
                    <a:pt x="3006988" y="0"/>
                  </a:lnTo>
                  <a:cubicBezTo>
                    <a:pt x="3049570" y="0"/>
                    <a:pt x="3084090" y="34520"/>
                    <a:pt x="3084090" y="77102"/>
                  </a:cubicBezTo>
                  <a:lnTo>
                    <a:pt x="3084090" y="693920"/>
                  </a:lnTo>
                  <a:cubicBezTo>
                    <a:pt x="3084090" y="736502"/>
                    <a:pt x="3049570" y="771022"/>
                    <a:pt x="3006988" y="771022"/>
                  </a:cubicBezTo>
                  <a:lnTo>
                    <a:pt x="77102" y="771022"/>
                  </a:lnTo>
                  <a:cubicBezTo>
                    <a:pt x="34520" y="771022"/>
                    <a:pt x="0" y="736502"/>
                    <a:pt x="0" y="693920"/>
                  </a:cubicBezTo>
                  <a:lnTo>
                    <a:pt x="0" y="77102"/>
                  </a:ln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062" tIns="53062" rIns="53062" bIns="530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Grid Search/OLS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E2146A0-C579-9B65-4586-5D632A6C93FF}"/>
              </a:ext>
            </a:extLst>
          </p:cNvPr>
          <p:cNvSpPr txBox="1"/>
          <p:nvPr/>
        </p:nvSpPr>
        <p:spPr>
          <a:xfrm>
            <a:off x="107549" y="2657548"/>
            <a:ext cx="1848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Estimation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A2B115-65D0-9D77-DB2C-752B37AF275D}"/>
              </a:ext>
            </a:extLst>
          </p:cNvPr>
          <p:cNvSpPr txBox="1"/>
          <p:nvPr/>
        </p:nvSpPr>
        <p:spPr>
          <a:xfrm>
            <a:off x="-112446" y="3677233"/>
            <a:ext cx="2068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89753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21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Vanhawkins, Jonathan</dc:creator>
  <cp:lastModifiedBy>VanHawkins, Trent</cp:lastModifiedBy>
  <cp:revision>5</cp:revision>
  <dcterms:created xsi:type="dcterms:W3CDTF">2025-12-29T17:04:36Z</dcterms:created>
  <dcterms:modified xsi:type="dcterms:W3CDTF">2026-06-19T20:02:50Z</dcterms:modified>
</cp:coreProperties>
</file>