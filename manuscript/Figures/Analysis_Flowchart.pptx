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718"/>
  </p:normalViewPr>
  <p:slideViewPr>
    <p:cSldViewPr snapToGrid="0">
      <p:cViewPr varScale="1">
        <p:scale>
          <a:sx n="95" d="100"/>
          <a:sy n="95" d="100"/>
        </p:scale>
        <p:origin x="200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1D5B6E-E68A-4841-A3CE-3DC27AEF7D51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7A7C2-E48E-9841-B375-5155F211D2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48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7A7C2-E48E-9841-B375-5155F211D23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897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3D05B-AE83-47D2-1BD9-35939F8A0A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CFE04A-0410-6CD3-5DDC-2300854C7C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213033-0A1F-D855-12A4-49D3CDA12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80994-EACA-0440-8561-2CF35875F880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F68E-2EFA-238C-294F-6AFF21D27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F9C453-F7E0-5757-831F-C0DBFFB5B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C7F3C-806F-9E4A-A5A1-0CF31D0DD9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253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F8A19-B9E0-B405-5FB1-ABAC71AC8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9A57DA-411B-5D81-546C-C7EC79CC5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DF459-CF8E-9351-0773-19D8C965E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80994-EACA-0440-8561-2CF35875F880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C857E-9E91-3136-D673-B3DAC8D6C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E6A91-5917-A281-2B80-73C1A5BFA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C7F3C-806F-9E4A-A5A1-0CF31D0DD9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4193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069F1-13B6-04A8-69E2-C81BB31D1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00B7E7-9520-FCA3-B1AE-3C7D5D65F5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A3F9C1-5ABB-B958-6513-922D8CCB9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80994-EACA-0440-8561-2CF35875F880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0EDA8F-454D-335C-AD69-D1E852AD5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0A63CB-E2BC-C165-8589-C12552D6D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C7F3C-806F-9E4A-A5A1-0CF31D0DD9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7178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62269-7C4D-A6C3-91DF-405707289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97123C-B46B-1C0C-E762-B1B8A3D457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98955E-1E80-DC2F-D2E7-EB3DD71242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F8D85E-4B5F-F6AF-FDA7-E3053B889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80994-EACA-0440-8561-2CF35875F880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FD88BA-4374-F4A6-C220-26E236E85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493693-BC7E-6780-D3A5-6379398A3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C7F3C-806F-9E4A-A5A1-0CF31D0DD9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3039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0EDC9-23B8-EC47-25B8-A237173D1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411B0A-1353-8173-7ED7-5CC2B71E8C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A4484F-94BE-3BA7-F737-87530A273D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C86FBE-D206-0FBD-BAF3-A74FE22383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27F1A0-526F-1B33-D62C-D38A0F1B8B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6125FD-E79F-47BD-2B63-86A13F77C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80994-EACA-0440-8561-2CF35875F880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9D05643-A884-4065-CE84-FCD88B878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E3F689-2DE7-F42F-40D5-19A714386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C7F3C-806F-9E4A-A5A1-0CF31D0DD9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6627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DF7BA-6CA7-96D4-6A1D-162E53874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2E48A2-0866-67D1-C32F-FBF8F4B89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80994-EACA-0440-8561-2CF35875F880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567D49-BA5E-7611-D28A-DA0975F83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87A971-7704-925B-920C-4FB15D58A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C7F3C-806F-9E4A-A5A1-0CF31D0DD9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871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CB9A0C-64C2-5E73-CA5E-083A1F095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80994-EACA-0440-8561-2CF35875F880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9CCDC4-C1DB-FED6-58CF-F52230594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6E1A97-2754-476F-89EE-5446EAF49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C7F3C-806F-9E4A-A5A1-0CF31D0DD9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8963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3E7E7-2827-42B2-3732-FA19D9193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554F2-8AA9-F6EC-C773-DB57738465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CAFD64-9B27-5053-9273-8E63490828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CC75F0-E7CC-EDD8-E509-A7F6812A12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80994-EACA-0440-8561-2CF35875F880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9C4E5F-882C-E32A-57BE-4E8DBBAE9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20F01A-4BB3-AD4D-C546-0E7454486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C7F3C-806F-9E4A-A5A1-0CF31D0DD9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967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BDCA2-0639-5001-F5F9-CD92F4749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43C96D-54E4-6B35-0BD5-0A32EC4371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57322B-0933-BCBE-FFA7-9FA71A77B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3E35AA-E672-57EF-8804-0120E1177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80994-EACA-0440-8561-2CF35875F880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16E373-2AD5-F724-AFF3-FDE10BBCDA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CF2E37-EBE4-04FE-8DC3-95F60F611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C7F3C-806F-9E4A-A5A1-0CF31D0DD9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260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B1E5F-D10C-CA8E-7B0D-FABFE4EC8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9348F5-5885-54DB-4AEA-F058EFE87A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EFDE13-A2E2-53A5-5A30-43735AFBD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80994-EACA-0440-8561-2CF35875F880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B668D-A59F-6ED2-5B71-CB8079BA0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2B640-9EFF-0E42-93D2-1F44B6B19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C7F3C-806F-9E4A-A5A1-0CF31D0DD9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7864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A6954B-3BEE-6E51-C7C0-D4A8D024BD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48B39C-4230-695F-008B-89C5E1CF14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1ACD9-F1E5-B09F-B0F9-D55AB55D7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80994-EACA-0440-8561-2CF35875F880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AED096-F298-1BB4-9F68-B685EE26D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ABF2D4-CE15-60F4-8E03-5CBA9A6EC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C7F3C-806F-9E4A-A5A1-0CF31D0DD9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6466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1F62AA-70EA-A18D-6CC0-FA2050431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47ABA-1425-46CB-B48B-BEA5B50C73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D62A0-8AFD-F01D-3238-B927E97CE8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780994-EACA-0440-8561-2CF35875F880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DEEC1B-11DE-F239-402A-71A912E509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4DF558-505B-0745-29CC-8DE9D5F491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9C7F3C-806F-9E4A-A5A1-0CF31D0DD9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826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B665437C-2032-ADF0-F213-09BF10299898}"/>
              </a:ext>
            </a:extLst>
          </p:cNvPr>
          <p:cNvGrpSpPr/>
          <p:nvPr/>
        </p:nvGrpSpPr>
        <p:grpSpPr>
          <a:xfrm>
            <a:off x="25213" y="100852"/>
            <a:ext cx="11630584" cy="6659655"/>
            <a:chOff x="25213" y="100852"/>
            <a:chExt cx="11630584" cy="6659655"/>
          </a:xfrm>
        </p:grpSpPr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53AC1484-67DE-48F5-8865-D8BD81EB1AC3}"/>
                </a:ext>
              </a:extLst>
            </p:cNvPr>
            <p:cNvSpPr/>
            <p:nvPr/>
          </p:nvSpPr>
          <p:spPr>
            <a:xfrm>
              <a:off x="25213" y="3688316"/>
              <a:ext cx="11630584" cy="1337983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381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2800" dirty="0">
                  <a:solidFill>
                    <a:schemeClr val="bg1"/>
                  </a:solidFill>
                </a:rPr>
                <a:t>Parameter Initialization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8FB39DA2-FF86-0A33-402F-759A52A72852}"/>
                </a:ext>
              </a:extLst>
            </p:cNvPr>
            <p:cNvSpPr/>
            <p:nvPr/>
          </p:nvSpPr>
          <p:spPr>
            <a:xfrm>
              <a:off x="25213" y="1826360"/>
              <a:ext cx="11630584" cy="1337983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381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2800" dirty="0">
                  <a:solidFill>
                    <a:schemeClr val="bg1"/>
                  </a:solidFill>
                </a:rPr>
                <a:t>Parameter Estimation</a:t>
              </a: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84CE9EFA-05FC-6265-8034-BC9D631B8B44}"/>
                </a:ext>
              </a:extLst>
            </p:cNvPr>
            <p:cNvGrpSpPr/>
            <p:nvPr/>
          </p:nvGrpSpPr>
          <p:grpSpPr>
            <a:xfrm>
              <a:off x="4401670" y="100852"/>
              <a:ext cx="7169527" cy="6659655"/>
              <a:chOff x="4657164" y="382779"/>
              <a:chExt cx="7169527" cy="6659655"/>
            </a:xfrm>
          </p:grpSpPr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BF53D2A1-2FF1-DFD5-C77E-D52746B17861}"/>
                  </a:ext>
                </a:extLst>
              </p:cNvPr>
              <p:cNvSpPr/>
              <p:nvPr/>
            </p:nvSpPr>
            <p:spPr>
              <a:xfrm>
                <a:off x="4657164" y="382779"/>
                <a:ext cx="2877671" cy="1183341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Forward Model Estimates</a:t>
                </a:r>
              </a:p>
            </p:txBody>
          </p:sp>
          <p:sp>
            <p:nvSpPr>
              <p:cNvPr id="25" name="Down Arrow 24">
                <a:extLst>
                  <a:ext uri="{FF2B5EF4-FFF2-40B4-BE49-F238E27FC236}">
                    <a16:creationId xmlns:a16="http://schemas.microsoft.com/office/drawing/2014/main" id="{6BE81065-DB51-7520-2FFE-F107AEE1CC8B}"/>
                  </a:ext>
                </a:extLst>
              </p:cNvPr>
              <p:cNvSpPr/>
              <p:nvPr/>
            </p:nvSpPr>
            <p:spPr>
              <a:xfrm>
                <a:off x="5977149" y="1627094"/>
                <a:ext cx="237700" cy="443753"/>
              </a:xfrm>
              <a:prstGeom prst="downArrow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B3B6D8E5-747F-81F1-C11D-2EFC0407971A}"/>
                  </a:ext>
                </a:extLst>
              </p:cNvPr>
              <p:cNvSpPr/>
              <p:nvPr/>
            </p:nvSpPr>
            <p:spPr>
              <a:xfrm>
                <a:off x="4657164" y="2185609"/>
                <a:ext cx="2877671" cy="1183341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Shared</a:t>
                </a:r>
              </a:p>
            </p:txBody>
          </p:sp>
          <p:sp>
            <p:nvSpPr>
              <p:cNvPr id="27" name="Down Arrow 26">
                <a:extLst>
                  <a:ext uri="{FF2B5EF4-FFF2-40B4-BE49-F238E27FC236}">
                    <a16:creationId xmlns:a16="http://schemas.microsoft.com/office/drawing/2014/main" id="{965A7819-AB22-A238-0203-5B76DF826EA2}"/>
                  </a:ext>
                </a:extLst>
              </p:cNvPr>
              <p:cNvSpPr/>
              <p:nvPr/>
            </p:nvSpPr>
            <p:spPr>
              <a:xfrm>
                <a:off x="5977149" y="3483712"/>
                <a:ext cx="237700" cy="443753"/>
              </a:xfrm>
              <a:prstGeom prst="downArrow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Up-Down Arrow 27">
                <a:extLst>
                  <a:ext uri="{FF2B5EF4-FFF2-40B4-BE49-F238E27FC236}">
                    <a16:creationId xmlns:a16="http://schemas.microsoft.com/office/drawing/2014/main" id="{674BD349-7633-7E65-3DE2-EB94801927C7}"/>
                  </a:ext>
                </a:extLst>
              </p:cNvPr>
              <p:cNvSpPr/>
              <p:nvPr/>
            </p:nvSpPr>
            <p:spPr>
              <a:xfrm rot="16200000">
                <a:off x="8115498" y="2319812"/>
                <a:ext cx="252859" cy="916645"/>
              </a:xfrm>
              <a:prstGeom prst="upDownArrow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ounded Rectangle 28">
                <a:extLst>
                  <a:ext uri="{FF2B5EF4-FFF2-40B4-BE49-F238E27FC236}">
                    <a16:creationId xmlns:a16="http://schemas.microsoft.com/office/drawing/2014/main" id="{6C64E00F-88A9-0C84-6E13-E52FB853A27B}"/>
                  </a:ext>
                </a:extLst>
              </p:cNvPr>
              <p:cNvSpPr/>
              <p:nvPr/>
            </p:nvSpPr>
            <p:spPr>
              <a:xfrm>
                <a:off x="8949020" y="2185609"/>
                <a:ext cx="2877671" cy="1183341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Component-Specific</a:t>
                </a:r>
              </a:p>
            </p:txBody>
          </p:sp>
          <p:sp>
            <p:nvSpPr>
              <p:cNvPr id="30" name="Rounded Rectangle 29">
                <a:extLst>
                  <a:ext uri="{FF2B5EF4-FFF2-40B4-BE49-F238E27FC236}">
                    <a16:creationId xmlns:a16="http://schemas.microsoft.com/office/drawing/2014/main" id="{ED511037-7298-6A3B-61CD-4E0BF8FB5548}"/>
                  </a:ext>
                </a:extLst>
              </p:cNvPr>
              <p:cNvSpPr/>
              <p:nvPr/>
            </p:nvSpPr>
            <p:spPr>
              <a:xfrm>
                <a:off x="4657164" y="4047565"/>
                <a:ext cx="2877671" cy="1183341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Informed</a:t>
                </a:r>
              </a:p>
            </p:txBody>
          </p:sp>
          <p:sp>
            <p:nvSpPr>
              <p:cNvPr id="31" name="Up-Down Arrow 30">
                <a:extLst>
                  <a:ext uri="{FF2B5EF4-FFF2-40B4-BE49-F238E27FC236}">
                    <a16:creationId xmlns:a16="http://schemas.microsoft.com/office/drawing/2014/main" id="{D0658551-1913-9E54-A79E-CC718921F0C9}"/>
                  </a:ext>
                </a:extLst>
              </p:cNvPr>
              <p:cNvSpPr/>
              <p:nvPr/>
            </p:nvSpPr>
            <p:spPr>
              <a:xfrm rot="16200000">
                <a:off x="8115498" y="4181768"/>
                <a:ext cx="252859" cy="916645"/>
              </a:xfrm>
              <a:prstGeom prst="upDownArrow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ounded Rectangle 31">
                <a:extLst>
                  <a:ext uri="{FF2B5EF4-FFF2-40B4-BE49-F238E27FC236}">
                    <a16:creationId xmlns:a16="http://schemas.microsoft.com/office/drawing/2014/main" id="{FBE9B0FE-1551-1225-0A6C-3387AAF19B8D}"/>
                  </a:ext>
                </a:extLst>
              </p:cNvPr>
              <p:cNvSpPr/>
              <p:nvPr/>
            </p:nvSpPr>
            <p:spPr>
              <a:xfrm>
                <a:off x="8949020" y="4047565"/>
                <a:ext cx="2877671" cy="1183341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Naive</a:t>
                </a:r>
              </a:p>
            </p:txBody>
          </p:sp>
          <p:sp>
            <p:nvSpPr>
              <p:cNvPr id="33" name="Down Arrow 32">
                <a:extLst>
                  <a:ext uri="{FF2B5EF4-FFF2-40B4-BE49-F238E27FC236}">
                    <a16:creationId xmlns:a16="http://schemas.microsoft.com/office/drawing/2014/main" id="{AA6D5ADE-9E33-5CBA-A41E-19AE3A2190F1}"/>
                  </a:ext>
                </a:extLst>
              </p:cNvPr>
              <p:cNvSpPr/>
              <p:nvPr/>
            </p:nvSpPr>
            <p:spPr>
              <a:xfrm>
                <a:off x="5977149" y="5351006"/>
                <a:ext cx="237700" cy="443753"/>
              </a:xfrm>
              <a:prstGeom prst="downArrow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Rounded Rectangle 33">
                <a:extLst>
                  <a:ext uri="{FF2B5EF4-FFF2-40B4-BE49-F238E27FC236}">
                    <a16:creationId xmlns:a16="http://schemas.microsoft.com/office/drawing/2014/main" id="{B5F94F61-FD7B-D159-C5C9-BDC96E36C152}"/>
                  </a:ext>
                </a:extLst>
              </p:cNvPr>
              <p:cNvSpPr/>
              <p:nvPr/>
            </p:nvSpPr>
            <p:spPr>
              <a:xfrm>
                <a:off x="4657164" y="5859093"/>
                <a:ext cx="2877671" cy="1183341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Simulation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975368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798</TotalTime>
  <Words>13</Words>
  <Application>Microsoft Macintosh PowerPoint</Application>
  <PresentationFormat>Widescreen</PresentationFormat>
  <Paragraphs>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Vanhawkins, Jonathan</dc:creator>
  <cp:lastModifiedBy>Vanhawkins, Jonathan</cp:lastModifiedBy>
  <cp:revision>3</cp:revision>
  <dcterms:created xsi:type="dcterms:W3CDTF">2025-12-29T17:04:36Z</dcterms:created>
  <dcterms:modified xsi:type="dcterms:W3CDTF">2025-12-30T06:23:11Z</dcterms:modified>
</cp:coreProperties>
</file>